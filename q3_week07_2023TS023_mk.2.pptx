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7" r:id="rId4"/>
    <p:sldId id="268" r:id="rId5"/>
    <p:sldId id="270" r:id="rId6"/>
    <p:sldId id="269" r:id="rId7"/>
    <p:sldId id="26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0051EA-D17C-F98F-870B-7E326C874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8479F7-B40B-3285-9799-AE7F6EFF5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2C1186-146E-128A-3E4E-35E9CB3F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D3676E-0C53-1A9E-D308-87264B79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AB6FA2-5140-CF75-460F-95645DBA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926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79165-5966-2048-3339-121E0871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DB109C-BC64-58C9-560E-CE9144FF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E969F2-B7CB-C6C5-F811-64DEB12E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983F17-E050-F900-AC6A-B142FA11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CAF70-C2B5-F907-5A45-185FA67C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52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03A29-5B90-31EB-4187-F636429C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41AEDE-B5EB-8C79-F719-498AFA48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84B75B-8507-16EC-8F41-EDCA877A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477D34-0490-AB7C-4CAD-3F0C15538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F07AEA-B4FC-C52E-9B4E-730B5971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60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86177-CA4F-E856-DA8E-488C2DB6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59E31D-D665-50E9-DC3C-3531E48A7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BBC4B0-EFB1-95A6-0CB7-4487E2E9A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1EB76C-D440-1C60-A9F7-43C759D0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5E7BB4-E68A-70A7-4B49-5F4FC484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4736F8-CF48-8DC5-7687-C712DC1C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92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E94445-BA23-E0C8-9C24-2C0DB95C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1DA1B1-25B1-B5FE-A23C-28015B39A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C3E721-7CAF-B3DF-A996-B45914F8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13CDCD-F265-49E3-54EC-61338881A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DC9FB9-918A-CF0C-BEBC-BF5C804DD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D694591-9C9C-6A1C-3AE9-7147ABCA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993B93-B705-E849-BAC3-88020FEC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0101A8-8CD5-E66B-88B8-FEE76629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68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CF9DA-4DA4-D67F-BDA4-B9610827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B383DD-3426-BE7E-DCA9-7FD2842E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11AAA0-19D8-0366-EC41-0570E9C9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01C7DE-ADFA-CE48-F068-947FADD5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341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E12FBC-02CA-B529-050F-9C6A870C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91AB44-9C6A-A654-5845-A7C5FBAA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DF629C-A5A2-E35D-117C-E8C90ED6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04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64BDD-4295-7927-365F-3F0258D2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14335E-59BF-B833-1241-53708F25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E30A32-79A1-7213-2C2C-5E1B5EF79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98A2D0-C45E-672B-3FE3-A7191AFC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229B1F-C854-5B74-4AE4-028787BE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19E74-7F0B-45E0-C51B-F86EF053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0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89430-3DC0-B3D8-C8FA-A6848AFD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8C8DB1-CA20-9ECF-355E-7CDB0B191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AA1FF9-99A5-3F6E-D614-81EF50141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EB4459-16FC-23F4-E130-DA6ADA52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7CE074-6EA7-6114-73B9-B98AED6F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5733A3-50C3-F99A-5BEE-54A4455D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56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4F1FD-CD9A-C0EE-0080-E37E94B7E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0F7C4D-1B4C-758C-A519-F65C888E8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51131-8DA6-7BA4-57F4-AD3756D2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E5CDE2-2C10-B137-2B33-15535E66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CCA139-9E64-6AD6-CE94-6FF76E68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5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918A5D-69ED-48F2-2866-4F043E5A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EBC612-A92D-7248-E3A9-E730507DB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984DC2-6DD9-A9B4-7D8E-45EF820B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EF2CF-521B-D033-6ACF-03623A78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F8D22-093F-36FD-0D9D-E532964A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39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9BB40D-A9FD-5FD4-A5E2-DF57DA86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53401F-4000-C0AE-DB90-57A09D0A7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8CB610-7F14-E37F-5118-50C743EB4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3516F-93FC-41DB-9F61-0CEF9EC6186F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BC509D-184B-EBA0-3FFA-9BD294FBC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3EFC97-35FB-B8E8-5EB5-ACC3C27C9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9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EA03DC-6DCC-9FF6-23C3-5105CE854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宮沢研究室課題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494869-449B-ABBA-DF5E-7C443DAEC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2023TS023</a:t>
            </a:r>
          </a:p>
          <a:p>
            <a:r>
              <a:rPr lang="ja-JP" altLang="en-US" dirty="0"/>
              <a:t>可児桜将</a:t>
            </a:r>
            <a:endParaRPr lang="en-US" altLang="ja-JP" dirty="0"/>
          </a:p>
          <a:p>
            <a:r>
              <a:rPr kumimoji="1" lang="ja-JP" altLang="en-US" dirty="0"/>
              <a:t>加藤智仁</a:t>
            </a:r>
          </a:p>
        </p:txBody>
      </p:sp>
    </p:spTree>
    <p:extLst>
      <p:ext uri="{BB962C8B-B14F-4D97-AF65-F5344CB8AC3E}">
        <p14:creationId xmlns:p14="http://schemas.microsoft.com/office/powerpoint/2010/main" val="314224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45F3BA0-9BBE-1598-8380-BCD36C142743}"/>
              </a:ext>
            </a:extLst>
          </p:cNvPr>
          <p:cNvSpPr/>
          <p:nvPr/>
        </p:nvSpPr>
        <p:spPr>
          <a:xfrm>
            <a:off x="7866324" y="79744"/>
            <a:ext cx="2328530" cy="5635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サーバー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128A59-3E13-C3A8-59C7-06254C95ABD3}"/>
              </a:ext>
            </a:extLst>
          </p:cNvPr>
          <p:cNvSpPr/>
          <p:nvPr/>
        </p:nvSpPr>
        <p:spPr>
          <a:xfrm>
            <a:off x="2266506" y="79744"/>
            <a:ext cx="2328530" cy="5635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クライアント</a:t>
            </a:r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074AD3D-847A-8AA6-5089-3FD952B5A280}"/>
              </a:ext>
            </a:extLst>
          </p:cNvPr>
          <p:cNvSpPr/>
          <p:nvPr/>
        </p:nvSpPr>
        <p:spPr>
          <a:xfrm>
            <a:off x="7866324" y="831998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</a:t>
            </a:r>
            <a:r>
              <a:rPr kumimoji="1" lang="en-US" altLang="ja-JP" dirty="0"/>
              <a:t>ocket()/bind()/listen()</a:t>
            </a:r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DEF537F-421B-A215-6A23-706808FA36DD}"/>
              </a:ext>
            </a:extLst>
          </p:cNvPr>
          <p:cNvSpPr/>
          <p:nvPr/>
        </p:nvSpPr>
        <p:spPr>
          <a:xfrm>
            <a:off x="2266506" y="1124834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</a:t>
            </a:r>
            <a:r>
              <a:rPr kumimoji="1" lang="en-US" altLang="ja-JP" dirty="0"/>
              <a:t>ocket()</a:t>
            </a:r>
            <a:endParaRPr kumimoji="1" lang="ja-JP" altLang="en-US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B8BBDDC3-9D0C-D087-9560-A6E0D3DB689C}"/>
              </a:ext>
            </a:extLst>
          </p:cNvPr>
          <p:cNvSpPr/>
          <p:nvPr/>
        </p:nvSpPr>
        <p:spPr>
          <a:xfrm>
            <a:off x="7866324" y="1704310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select()</a:t>
            </a:r>
            <a:endParaRPr kumimoji="1" lang="ja-JP" altLang="en-US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EA85498-0B46-07B1-9CBA-0D8751A08C1A}"/>
              </a:ext>
            </a:extLst>
          </p:cNvPr>
          <p:cNvSpPr/>
          <p:nvPr/>
        </p:nvSpPr>
        <p:spPr>
          <a:xfrm>
            <a:off x="7866324" y="2576622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accept</a:t>
            </a:r>
            <a:r>
              <a:rPr kumimoji="1" lang="en-US" altLang="ja-JP" dirty="0"/>
              <a:t>()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052A6F8D-FC59-0955-53F8-B1FF85F3F3B2}"/>
              </a:ext>
            </a:extLst>
          </p:cNvPr>
          <p:cNvSpPr/>
          <p:nvPr/>
        </p:nvSpPr>
        <p:spPr>
          <a:xfrm>
            <a:off x="7866324" y="3448934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recv</a:t>
            </a:r>
            <a:r>
              <a:rPr kumimoji="1" lang="en-US" altLang="ja-JP" dirty="0"/>
              <a:t>()</a:t>
            </a:r>
            <a:endParaRPr kumimoji="1" lang="ja-JP" altLang="en-US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45AA2BF6-0FC5-2A2A-E9A0-2CD800944C21}"/>
              </a:ext>
            </a:extLst>
          </p:cNvPr>
          <p:cNvSpPr/>
          <p:nvPr/>
        </p:nvSpPr>
        <p:spPr>
          <a:xfrm>
            <a:off x="7596965" y="4328331"/>
            <a:ext cx="2867248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履歴ファイル作成</a:t>
            </a:r>
            <a:endParaRPr kumimoji="1" lang="ja-JP" altLang="en-US" dirty="0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F1424BB-B6BF-D3B2-F83A-3DFE97049376}"/>
              </a:ext>
            </a:extLst>
          </p:cNvPr>
          <p:cNvSpPr/>
          <p:nvPr/>
        </p:nvSpPr>
        <p:spPr>
          <a:xfrm>
            <a:off x="7866324" y="5153692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send()</a:t>
            </a:r>
            <a:endParaRPr kumimoji="1" lang="ja-JP" altLang="en-US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7B2088F-79C1-D0FB-C604-45AF5A8E400B}"/>
              </a:ext>
            </a:extLst>
          </p:cNvPr>
          <p:cNvSpPr/>
          <p:nvPr/>
        </p:nvSpPr>
        <p:spPr>
          <a:xfrm>
            <a:off x="7866324" y="6026004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close</a:t>
            </a:r>
            <a:r>
              <a:rPr kumimoji="1" lang="en-US" altLang="ja-JP" dirty="0"/>
              <a:t>()</a:t>
            </a:r>
            <a:endParaRPr kumimoji="1" lang="ja-JP" altLang="en-US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CC0FCA62-90F2-30A3-561B-11C444B7AF1F}"/>
              </a:ext>
            </a:extLst>
          </p:cNvPr>
          <p:cNvSpPr/>
          <p:nvPr/>
        </p:nvSpPr>
        <p:spPr>
          <a:xfrm>
            <a:off x="2266506" y="2042333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connect()</a:t>
            </a:r>
            <a:endParaRPr kumimoji="1" lang="ja-JP" altLang="en-US" dirty="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4E83164-2CB0-5B7E-01C7-C54184E3592D}"/>
              </a:ext>
            </a:extLst>
          </p:cNvPr>
          <p:cNvSpPr/>
          <p:nvPr/>
        </p:nvSpPr>
        <p:spPr>
          <a:xfrm>
            <a:off x="2266506" y="2985974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select()</a:t>
            </a:r>
            <a:endParaRPr kumimoji="1" lang="ja-JP" altLang="en-US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1A699F6A-7DCC-6501-A7BC-1CCDE86C572E}"/>
              </a:ext>
            </a:extLst>
          </p:cNvPr>
          <p:cNvSpPr/>
          <p:nvPr/>
        </p:nvSpPr>
        <p:spPr>
          <a:xfrm>
            <a:off x="2266506" y="3867586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send</a:t>
            </a:r>
            <a:r>
              <a:rPr kumimoji="1" lang="en-US" altLang="ja-JP" dirty="0"/>
              <a:t>()/</a:t>
            </a:r>
            <a:r>
              <a:rPr kumimoji="1" lang="en-US" altLang="ja-JP" dirty="0" err="1"/>
              <a:t>recv</a:t>
            </a:r>
            <a:r>
              <a:rPr kumimoji="1" lang="en-US" altLang="ja-JP" dirty="0"/>
              <a:t>()</a:t>
            </a:r>
            <a:endParaRPr kumimoji="1" lang="ja-JP" altLang="en-US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2610A87C-032C-9410-37E5-A8368ACCF0CC}"/>
              </a:ext>
            </a:extLst>
          </p:cNvPr>
          <p:cNvSpPr/>
          <p:nvPr/>
        </p:nvSpPr>
        <p:spPr>
          <a:xfrm>
            <a:off x="2266506" y="4824082"/>
            <a:ext cx="2328530" cy="691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r>
              <a:rPr kumimoji="1" lang="en-US" altLang="ja-JP" dirty="0"/>
              <a:t>lose()</a:t>
            </a:r>
            <a:endParaRPr kumimoji="1" lang="ja-JP" altLang="en-US" dirty="0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3E92CB6-1A29-F824-6E93-2FA4D2DF6872}"/>
              </a:ext>
            </a:extLst>
          </p:cNvPr>
          <p:cNvCxnSpPr>
            <a:stCxn id="18" idx="6"/>
            <a:endCxn id="13" idx="2"/>
          </p:cNvCxnSpPr>
          <p:nvPr/>
        </p:nvCxnSpPr>
        <p:spPr>
          <a:xfrm>
            <a:off x="4595036" y="2387891"/>
            <a:ext cx="3271288" cy="534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808CE76-1912-F8B0-246E-44C535A04633}"/>
              </a:ext>
            </a:extLst>
          </p:cNvPr>
          <p:cNvCxnSpPr>
            <a:stCxn id="20" idx="6"/>
            <a:endCxn id="14" idx="2"/>
          </p:cNvCxnSpPr>
          <p:nvPr/>
        </p:nvCxnSpPr>
        <p:spPr>
          <a:xfrm flipV="1">
            <a:off x="4595036" y="3794492"/>
            <a:ext cx="3271288" cy="418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5D41F587-207B-67D1-76FB-E746502712FF}"/>
              </a:ext>
            </a:extLst>
          </p:cNvPr>
          <p:cNvCxnSpPr>
            <a:stCxn id="16" idx="2"/>
            <a:endCxn id="20" idx="6"/>
          </p:cNvCxnSpPr>
          <p:nvPr/>
        </p:nvCxnSpPr>
        <p:spPr>
          <a:xfrm flipH="1" flipV="1">
            <a:off x="4595036" y="4213144"/>
            <a:ext cx="3271288" cy="1286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14CD41DE-0932-1202-D05F-EFDCC129211B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3430771" y="643269"/>
            <a:ext cx="0" cy="481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1316062-3AA2-F999-644F-7C35EDE8B19E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430771" y="1801550"/>
            <a:ext cx="0" cy="24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068AFAD-4266-3711-0D6E-5C37611830A1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3430771" y="2733449"/>
            <a:ext cx="0" cy="25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636E6705-2B50-0855-3417-9E538A25177E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>
            <a:off x="3430771" y="3677090"/>
            <a:ext cx="0" cy="190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F0398683-9A92-6690-950A-84F058F3CFF9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3430771" y="4558702"/>
            <a:ext cx="0" cy="265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CF1BF409-1CDA-A772-0A0A-65AF9EB7BC8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9030589" y="643269"/>
            <a:ext cx="0" cy="188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E048AC08-51DD-4F9D-900E-039ED885B72F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9030589" y="1523114"/>
            <a:ext cx="0" cy="181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F00EE6C-4B86-1A24-8ABA-FC02DA750E70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9030589" y="2395426"/>
            <a:ext cx="0" cy="181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6AD90D94-7EB5-0B83-7194-68DD4E47EACA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9030589" y="3267738"/>
            <a:ext cx="0" cy="181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D9B99390-ACF9-8427-A8AC-C1B7D5FD38F1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9030589" y="4140050"/>
            <a:ext cx="0" cy="188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1DF29E5F-1EEB-932E-359B-F1933E84506F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9030589" y="5019447"/>
            <a:ext cx="0" cy="134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EA9F3604-AF42-F0BD-387B-8F3F5498BDBB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9030589" y="5844808"/>
            <a:ext cx="0" cy="181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554AE060-4F68-D9A8-B8EB-3167A990AB9E}"/>
              </a:ext>
            </a:extLst>
          </p:cNvPr>
          <p:cNvSpPr/>
          <p:nvPr/>
        </p:nvSpPr>
        <p:spPr>
          <a:xfrm>
            <a:off x="5380074" y="2158409"/>
            <a:ext cx="1796902" cy="905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接続要求</a:t>
            </a:r>
            <a:endParaRPr kumimoji="1" lang="ja-JP" altLang="en-US" dirty="0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9D5829B0-20BA-4057-BF3D-5C41A8D248F2}"/>
              </a:ext>
            </a:extLst>
          </p:cNvPr>
          <p:cNvSpPr/>
          <p:nvPr/>
        </p:nvSpPr>
        <p:spPr>
          <a:xfrm>
            <a:off x="5126664" y="3938020"/>
            <a:ext cx="1796902" cy="905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通信</a:t>
            </a:r>
            <a:endParaRPr kumimoji="1" lang="ja-JP" altLang="en-US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7B1AF62A-79DC-25AC-9F39-8750E37F5318}"/>
              </a:ext>
            </a:extLst>
          </p:cNvPr>
          <p:cNvSpPr/>
          <p:nvPr/>
        </p:nvSpPr>
        <p:spPr>
          <a:xfrm>
            <a:off x="5096537" y="401823"/>
            <a:ext cx="2204481" cy="994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IP</a:t>
            </a:r>
            <a:r>
              <a:rPr kumimoji="1" lang="ja-JP" altLang="en-US" dirty="0"/>
              <a:t>アドレス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ポート番号</a:t>
            </a:r>
            <a:endParaRPr kumimoji="1" lang="en-US" altLang="ja-JP" dirty="0"/>
          </a:p>
          <a:p>
            <a:pPr algn="ctr"/>
            <a:r>
              <a:rPr lang="ja-JP" altLang="en-US" dirty="0"/>
              <a:t>アドレスファミリ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47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F2AEBC-045B-1100-060E-08E26676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64" y="992446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できていること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54AE20-35DA-F9D4-829B-14F508F8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64" y="2251816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簡易的なチャットツール</a:t>
            </a:r>
            <a:endParaRPr kumimoji="1" lang="en-US" altLang="ja-JP" dirty="0"/>
          </a:p>
          <a:p>
            <a:r>
              <a:rPr lang="ja-JP" altLang="en-US" dirty="0"/>
              <a:t>履歴の保存</a:t>
            </a:r>
            <a:endParaRPr lang="en-US" altLang="ja-JP" dirty="0"/>
          </a:p>
          <a:p>
            <a:r>
              <a:rPr kumimoji="1" lang="ja-JP" altLang="en-US" dirty="0"/>
              <a:t>時刻表示（保存した履歴から見る）</a:t>
            </a:r>
            <a:endParaRPr kumimoji="1" lang="en-US" altLang="ja-JP" dirty="0"/>
          </a:p>
          <a:p>
            <a:r>
              <a:rPr lang="ja-JP" altLang="en-US" dirty="0"/>
              <a:t>ログの表示</a:t>
            </a:r>
            <a:endParaRPr kumimoji="1" lang="en-US" altLang="ja-JP" dirty="0"/>
          </a:p>
          <a:p>
            <a:r>
              <a:rPr kumimoji="1" lang="ja-JP" altLang="en-US" dirty="0"/>
              <a:t>名前の表示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5AD1B381-D8A9-54AA-3EA5-4E23F840890C}"/>
              </a:ext>
            </a:extLst>
          </p:cNvPr>
          <p:cNvSpPr txBox="1">
            <a:spLocks/>
          </p:cNvSpPr>
          <p:nvPr/>
        </p:nvSpPr>
        <p:spPr>
          <a:xfrm>
            <a:off x="6188369" y="9960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できていないこと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5835B2E-61AC-1956-B285-7EF89BC03B1A}"/>
              </a:ext>
            </a:extLst>
          </p:cNvPr>
          <p:cNvSpPr txBox="1">
            <a:spLocks/>
          </p:cNvSpPr>
          <p:nvPr/>
        </p:nvSpPr>
        <p:spPr>
          <a:xfrm>
            <a:off x="6432918" y="225181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オンライン状態の表示</a:t>
            </a:r>
            <a:endParaRPr lang="en-US" altLang="ja-JP" dirty="0"/>
          </a:p>
          <a:p>
            <a:r>
              <a:rPr lang="ja-JP" altLang="en-US" dirty="0"/>
              <a:t>既読の表示</a:t>
            </a:r>
            <a:endParaRPr lang="en-US" altLang="ja-JP" dirty="0"/>
          </a:p>
          <a:p>
            <a:r>
              <a:rPr lang="ja-JP" altLang="en-US" dirty="0"/>
              <a:t>通知</a:t>
            </a:r>
            <a:endParaRPr lang="en-US" altLang="ja-JP" dirty="0"/>
          </a:p>
          <a:p>
            <a:r>
              <a:rPr lang="ja-JP" altLang="en-US" dirty="0"/>
              <a:t>リアクション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9398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525974-0813-FDFA-0A9A-38F7CFA5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600"/>
              <a:t>実行結果</a:t>
            </a:r>
          </a:p>
        </p:txBody>
      </p:sp>
      <p:pic>
        <p:nvPicPr>
          <p:cNvPr id="13" name="図 12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26E2872-84C3-F927-8D6A-2697A5CBA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625141"/>
            <a:ext cx="3758184" cy="3166269"/>
          </a:xfrm>
          <a:prstGeom prst="rect">
            <a:avLst/>
          </a:prstGeom>
        </p:spPr>
      </p:pic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C4212EE5-C275-46A8-A4E9-9C40282E9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24528" y="639234"/>
            <a:ext cx="3758184" cy="3138083"/>
          </a:xfrm>
          <a:prstGeom prst="rect">
            <a:avLst/>
          </a:prstGeom>
        </p:spPr>
      </p:pic>
      <p:pic>
        <p:nvPicPr>
          <p:cNvPr id="11" name="図 10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BDD6611-CF90-2A48-E022-11215E6A1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304" y="869423"/>
            <a:ext cx="3758184" cy="2677706"/>
          </a:xfrm>
          <a:prstGeom prst="rect">
            <a:avLst/>
          </a:pr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2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C3B42-3EE9-7FD6-FC1E-332ED23A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追加した機能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43346C-4FDB-2728-4546-75BB700D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・名前表示　メッセージの頭にユーザー名</a:t>
            </a:r>
            <a:endParaRPr kumimoji="1" lang="en-US" altLang="ja-JP" dirty="0"/>
          </a:p>
          <a:p>
            <a:pPr marL="0" indent="0">
              <a:buNone/>
            </a:pPr>
            <a:br>
              <a:rPr kumimoji="1" lang="en-US" altLang="ja-JP" dirty="0"/>
            </a:br>
            <a:r>
              <a:rPr kumimoji="1" lang="ja-JP" altLang="en-US" dirty="0"/>
              <a:t>・時刻表示　ユーザー名の前に時刻を表示させる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・ログの表示　過去のチャットのやり取りをすべて表示</a:t>
            </a:r>
          </a:p>
        </p:txBody>
      </p:sp>
    </p:spTree>
    <p:extLst>
      <p:ext uri="{BB962C8B-B14F-4D97-AF65-F5344CB8AC3E}">
        <p14:creationId xmlns:p14="http://schemas.microsoft.com/office/powerpoint/2010/main" val="213530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863A5-4971-01F7-DEB8-CEC964B7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5E4F84-1A90-A651-2D82-C396A62C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オンライン状態の表示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既読の表示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コンテナ化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通知機能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リアクション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371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CE2580-4384-20A9-0A57-2335B88DE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791" y="1122363"/>
            <a:ext cx="11731925" cy="2387600"/>
          </a:xfrm>
        </p:spPr>
        <p:txBody>
          <a:bodyPr/>
          <a:lstStyle/>
          <a:p>
            <a:r>
              <a:rPr lang="ja-JP" altLang="en-US" dirty="0"/>
              <a:t>ご清聴ありがとうございました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072907-7F1E-E59E-F6B6-22A4D1F01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2023TS023 </a:t>
            </a:r>
            <a:r>
              <a:rPr kumimoji="1" lang="ja-JP" altLang="en-US" dirty="0"/>
              <a:t>可児桜将</a:t>
            </a:r>
            <a:endParaRPr kumimoji="1" lang="en-US" altLang="ja-JP" dirty="0"/>
          </a:p>
          <a:p>
            <a:r>
              <a:rPr lang="en-US" altLang="ja-JP" dirty="0"/>
              <a:t>2023TS027 </a:t>
            </a:r>
            <a:r>
              <a:rPr lang="ja-JP" altLang="en-US" dirty="0"/>
              <a:t>加藤智仁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8247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145</Words>
  <Application>Microsoft Office PowerPoint</Application>
  <PresentationFormat>ワイド画面</PresentationFormat>
  <Paragraphs>53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宮沢研究室課題</vt:lpstr>
      <vt:lpstr>PowerPoint プレゼンテーション</vt:lpstr>
      <vt:lpstr>できていること</vt:lpstr>
      <vt:lpstr>実行結果</vt:lpstr>
      <vt:lpstr>追加した機能</vt:lpstr>
      <vt:lpstr>課題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23ts023</dc:creator>
  <cp:lastModifiedBy>23ts023</cp:lastModifiedBy>
  <cp:revision>14</cp:revision>
  <dcterms:created xsi:type="dcterms:W3CDTF">2025-06-15T06:10:20Z</dcterms:created>
  <dcterms:modified xsi:type="dcterms:W3CDTF">2025-12-22T08:30:28Z</dcterms:modified>
</cp:coreProperties>
</file>